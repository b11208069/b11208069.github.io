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70" r:id="rId4"/>
    <p:sldId id="269" r:id="rId5"/>
    <p:sldId id="271" r:id="rId6"/>
    <p:sldId id="261" r:id="rId7"/>
    <p:sldId id="262" r:id="rId8"/>
    <p:sldId id="263" r:id="rId9"/>
    <p:sldId id="264" r:id="rId10"/>
    <p:sldId id="268" r:id="rId11"/>
    <p:sldId id="267" r:id="rId12"/>
    <p:sldId id="259" r:id="rId13"/>
    <p:sldId id="272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33" autoAdjust="0"/>
    <p:restoredTop sz="94567"/>
  </p:normalViewPr>
  <p:slideViewPr>
    <p:cSldViewPr snapToGrid="0">
      <p:cViewPr varScale="1">
        <p:scale>
          <a:sx n="79" d="100"/>
          <a:sy n="79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20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73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2/14/26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5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02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707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38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7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91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09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96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35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2/14/26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5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7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BsSEAEBBFYzYPpRR7" TargetMode="External"/><Relationship Id="rId2" Type="http://schemas.openxmlformats.org/officeDocument/2006/relationships/hyperlink" Target="https://forms.gle/7zdPLBdWv4bV4YM8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orms.gle/CUQjVj6WJDLtbpTcA" TargetMode="External"/><Relationship Id="rId4" Type="http://schemas.openxmlformats.org/officeDocument/2006/relationships/hyperlink" Target="https://forms.gle/iBoZzZMK9UfkGwDY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7" name="Picture 3" descr="五顏六色的燈和建築物">
            <a:extLst>
              <a:ext uri="{FF2B5EF4-FFF2-40B4-BE49-F238E27FC236}">
                <a16:creationId xmlns:a16="http://schemas.microsoft.com/office/drawing/2014/main" id="{08614A6E-DA02-4A80-B7F3-DD5DBE99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70" r="13257" b="1"/>
          <a:stretch>
            <a:fillRect/>
          </a:stretch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838A0BA-B144-519C-A02D-9C66873F1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r>
              <a:rPr lang="en-US" altLang="zh-TW" b="0" dirty="0"/>
              <a:t>GitHub </a:t>
            </a:r>
            <a:br>
              <a:rPr lang="en-US" altLang="zh-TW" b="0" dirty="0"/>
            </a:br>
            <a:r>
              <a:rPr lang="zh-TW" altLang="en-US" b="0" dirty="0"/>
              <a:t>製作個人網站</a:t>
            </a:r>
            <a:endParaRPr lang="zh-TW" altLang="en-US" sz="6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3C466E-EE56-BFEC-D5D1-105DA12F4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162357" cy="1576188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2026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1725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A0731-EAE3-A780-1999-87783BFD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GitHub </a:t>
            </a:r>
            <a:r>
              <a:rPr lang="zh-TW" altLang="en-US" b="0" dirty="0"/>
              <a:t>提供免費的 </a:t>
            </a:r>
            <a:r>
              <a:rPr lang="en-US" altLang="zh-TW" b="0" dirty="0"/>
              <a:t>Git Server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1EFC62-092E-AF80-56BC-8428C2F51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/>
              <a:t>分支的名字</a:t>
            </a:r>
            <a:r>
              <a:rPr lang="en-US" altLang="zh-TW" sz="2000" dirty="0" err="1"/>
              <a:t>gh</a:t>
            </a:r>
            <a:r>
              <a:rPr lang="en-US" altLang="zh-TW" sz="2000" dirty="0"/>
              <a:t>-pages</a:t>
            </a:r>
            <a:r>
              <a:rPr lang="zh-TW" altLang="en-US" sz="2000" dirty="0"/>
              <a:t>，可以用 </a:t>
            </a:r>
            <a:r>
              <a:rPr lang="en-US" altLang="zh-TW" sz="2000" dirty="0"/>
              <a:t>GitHub </a:t>
            </a:r>
            <a:r>
              <a:rPr lang="zh-TW" altLang="en-US" sz="2000" dirty="0"/>
              <a:t>當做靜態檔案的伺服器</a:t>
            </a:r>
            <a:endParaRPr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/>
              <a:t>僅呈現靜態頁面內容，不行用 </a:t>
            </a:r>
            <a:r>
              <a:rPr lang="en-US" altLang="zh-TW" sz="2000" dirty="0"/>
              <a:t>PHP </a:t>
            </a:r>
            <a:r>
              <a:rPr lang="zh-TW" altLang="en-US" sz="2000" dirty="0"/>
              <a:t>或是 </a:t>
            </a:r>
            <a:r>
              <a:rPr lang="en-US" altLang="zh-TW" sz="2000" dirty="0"/>
              <a:t>ASP </a:t>
            </a:r>
            <a:endParaRPr lang="zh-TW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/>
              <a:t>不支援 </a:t>
            </a:r>
            <a:r>
              <a:rPr lang="en-US" altLang="zh-TW" sz="2000" dirty="0"/>
              <a:t>.</a:t>
            </a:r>
            <a:r>
              <a:rPr lang="en-US" altLang="zh-TW" sz="2000" dirty="0" err="1"/>
              <a:t>htaccess</a:t>
            </a:r>
            <a:r>
              <a:rPr lang="en-US" altLang="zh-TW" sz="2000" dirty="0"/>
              <a:t> </a:t>
            </a:r>
            <a:r>
              <a:rPr lang="zh-TW" altLang="en-US" sz="2000" dirty="0"/>
              <a:t>設定檔，無法設定使用者密碼。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/>
              <a:t>僅能使用 </a:t>
            </a:r>
            <a:r>
              <a:rPr lang="en-US" altLang="zh-TW" sz="2000" dirty="0"/>
              <a:t>Git </a:t>
            </a:r>
            <a:r>
              <a:rPr lang="zh-TW" altLang="en-US" sz="2000" dirty="0"/>
              <a:t>上傳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/>
              <a:t>所有的 </a:t>
            </a:r>
            <a:r>
              <a:rPr lang="en-US" altLang="zh-TW" sz="2000" dirty="0"/>
              <a:t>GitHub Pages </a:t>
            </a:r>
            <a:r>
              <a:rPr lang="zh-TW" altLang="en-US" sz="2000" dirty="0"/>
              <a:t>都是公開的</a:t>
            </a:r>
          </a:p>
        </p:txBody>
      </p:sp>
    </p:spTree>
    <p:extLst>
      <p:ext uri="{BB962C8B-B14F-4D97-AF65-F5344CB8AC3E}">
        <p14:creationId xmlns:p14="http://schemas.microsoft.com/office/powerpoint/2010/main" val="327271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A0731-EAE3-A780-1999-87783BFD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0"/>
            <a:ext cx="8770571" cy="688157"/>
          </a:xfrm>
        </p:spPr>
        <p:txBody>
          <a:bodyPr>
            <a:normAutofit fontScale="90000"/>
          </a:bodyPr>
          <a:lstStyle/>
          <a:p>
            <a:r>
              <a:rPr lang="zh-TW" altLang="en-US" b="0" dirty="0"/>
              <a:t>先來這裡建立帳號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880C1A8-7203-A571-AB89-69AE3D8E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55" y="688157"/>
            <a:ext cx="9489089" cy="543077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01D032E-EF78-6395-2195-C229DE4E86A9}"/>
              </a:ext>
            </a:extLst>
          </p:cNvPr>
          <p:cNvSpPr txBox="1"/>
          <p:nvPr/>
        </p:nvSpPr>
        <p:spPr>
          <a:xfrm>
            <a:off x="3048785" y="63717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BE711AB7-BE6A-2767-ED67-4F693E56B41D}"/>
              </a:ext>
            </a:extLst>
          </p:cNvPr>
          <p:cNvSpPr/>
          <p:nvPr/>
        </p:nvSpPr>
        <p:spPr>
          <a:xfrm>
            <a:off x="10152667" y="1102936"/>
            <a:ext cx="538143" cy="358219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13" name="Straight Arrow Connector 5">
            <a:extLst>
              <a:ext uri="{FF2B5EF4-FFF2-40B4-BE49-F238E27FC236}">
                <a16:creationId xmlns:a16="http://schemas.microsoft.com/office/drawing/2014/main" id="{F2531B86-FC3C-0066-26AC-F6F42193DC74}"/>
              </a:ext>
            </a:extLst>
          </p:cNvPr>
          <p:cNvCxnSpPr>
            <a:cxnSpLocks/>
          </p:cNvCxnSpPr>
          <p:nvPr/>
        </p:nvCxnSpPr>
        <p:spPr>
          <a:xfrm>
            <a:off x="5288437" y="471340"/>
            <a:ext cx="4722829" cy="6315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圖片 18">
            <a:extLst>
              <a:ext uri="{FF2B5EF4-FFF2-40B4-BE49-F238E27FC236}">
                <a16:creationId xmlns:a16="http://schemas.microsoft.com/office/drawing/2014/main" id="{395B74B5-2B86-146D-80D6-AC0A8CB2E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431" y="2149312"/>
            <a:ext cx="5505564" cy="34879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BFE64D16-D528-C5E7-8F4F-FC9D5107E98B}"/>
              </a:ext>
            </a:extLst>
          </p:cNvPr>
          <p:cNvSpPr/>
          <p:nvPr/>
        </p:nvSpPr>
        <p:spPr>
          <a:xfrm>
            <a:off x="8202889" y="3045323"/>
            <a:ext cx="2157169" cy="383677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1652C1E-F71E-647C-E846-DF3EC534C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30" y="2639656"/>
            <a:ext cx="7184421" cy="36056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07E875BB-5662-20B7-D77C-67EED88ECC7B}"/>
              </a:ext>
            </a:extLst>
          </p:cNvPr>
          <p:cNvSpPr/>
          <p:nvPr/>
        </p:nvSpPr>
        <p:spPr>
          <a:xfrm>
            <a:off x="5226940" y="3893271"/>
            <a:ext cx="2352211" cy="527900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32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7C86193-0BEA-8804-AAAC-84BD8AB3F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" b="801"/>
          <a:stretch/>
        </p:blipFill>
        <p:spPr>
          <a:xfrm>
            <a:off x="480769" y="131975"/>
            <a:ext cx="10454253" cy="61600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B9D94BF0-BFE1-F48B-FE7C-8841463C5235}"/>
              </a:ext>
            </a:extLst>
          </p:cNvPr>
          <p:cNvSpPr/>
          <p:nvPr/>
        </p:nvSpPr>
        <p:spPr>
          <a:xfrm>
            <a:off x="6490132" y="2684081"/>
            <a:ext cx="1051311" cy="653008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E7C87F6-BAD3-0EEB-533F-072A50840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443" y="2467465"/>
            <a:ext cx="3792044" cy="869624"/>
          </a:xfrm>
        </p:spPr>
        <p:txBody>
          <a:bodyPr>
            <a:normAutofit/>
          </a:bodyPr>
          <a:lstStyle/>
          <a:p>
            <a:r>
              <a:rPr lang="zh-TW" altLang="en-US" sz="2000" b="1" dirty="0">
                <a:solidFill>
                  <a:srgbClr val="FF0000"/>
                </a:solidFill>
              </a:rPr>
              <a:t>選一個你自己的</a:t>
            </a:r>
            <a:r>
              <a:rPr lang="en-US" altLang="zh-TW" sz="2000" b="1" dirty="0">
                <a:solidFill>
                  <a:srgbClr val="FF0000"/>
                </a:solidFill>
              </a:rPr>
              <a:t>username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D2E103AD-22E9-C184-C78D-79A45EA7BE40}"/>
              </a:ext>
            </a:extLst>
          </p:cNvPr>
          <p:cNvSpPr/>
          <p:nvPr/>
        </p:nvSpPr>
        <p:spPr>
          <a:xfrm>
            <a:off x="7541443" y="5207498"/>
            <a:ext cx="2157169" cy="383677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61A47B5-0544-915E-3347-4617F7D05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85" y="2467465"/>
            <a:ext cx="4224020" cy="37055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2058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D8653B9-71A8-320E-DC00-85DD60BDF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14" y="122044"/>
            <a:ext cx="9840172" cy="6403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E66BA0DC-964E-840F-42A1-EAECA3FC43A4}"/>
              </a:ext>
            </a:extLst>
          </p:cNvPr>
          <p:cNvSpPr/>
          <p:nvPr/>
        </p:nvSpPr>
        <p:spPr>
          <a:xfrm>
            <a:off x="1175914" y="1845173"/>
            <a:ext cx="1329161" cy="345577"/>
          </a:xfrm>
          <a:prstGeom prst="roundRect">
            <a:avLst>
              <a:gd name="adj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1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950F5-F56A-40E3-48D6-D6344BAFA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" t="135" r="759" b="28679"/>
          <a:stretch/>
        </p:blipFill>
        <p:spPr>
          <a:xfrm>
            <a:off x="1060674" y="1256207"/>
            <a:ext cx="10715011" cy="504828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21F12ACC-057D-822E-6175-D41E8B89D6BC}"/>
              </a:ext>
            </a:extLst>
          </p:cNvPr>
          <p:cNvSpPr txBox="1">
            <a:spLocks/>
          </p:cNvSpPr>
          <p:nvPr/>
        </p:nvSpPr>
        <p:spPr>
          <a:xfrm>
            <a:off x="2103495" y="94912"/>
            <a:ext cx="9454359" cy="116129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在 </a:t>
            </a:r>
            <a:r>
              <a:rPr lang="en-US" altLang="zh-TW" dirty="0"/>
              <a:t>GitHub </a:t>
            </a:r>
            <a:r>
              <a:rPr lang="zh-TW" altLang="en-US" dirty="0"/>
              <a:t>上開一個全新的專案，在專案名稱的地方，填寫「</a:t>
            </a:r>
            <a:r>
              <a:rPr lang="en-US" altLang="zh-TW" dirty="0">
                <a:solidFill>
                  <a:srgbClr val="FF0000"/>
                </a:solidFill>
              </a:rPr>
              <a:t>username</a:t>
            </a:r>
            <a:r>
              <a:rPr lang="en-US" altLang="zh-TW" dirty="0"/>
              <a:t>.github.io</a:t>
            </a:r>
            <a:r>
              <a:rPr lang="zh-TW" altLang="en-US" dirty="0"/>
              <a:t>」，這個 </a:t>
            </a:r>
            <a:r>
              <a:rPr lang="en-US" altLang="zh-TW" dirty="0">
                <a:solidFill>
                  <a:srgbClr val="FF0000"/>
                </a:solidFill>
              </a:rPr>
              <a:t>username </a:t>
            </a:r>
            <a:r>
              <a:rPr lang="zh-TW" altLang="en-US" dirty="0"/>
              <a:t>是自己的 </a:t>
            </a:r>
            <a:r>
              <a:rPr lang="en-US" altLang="zh-TW" dirty="0"/>
              <a:t>GitHub </a:t>
            </a:r>
            <a:r>
              <a:rPr lang="zh-TW" altLang="en-US" dirty="0"/>
              <a:t>帳號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A30467-1A70-35C5-614C-6402A4184708}"/>
              </a:ext>
            </a:extLst>
          </p:cNvPr>
          <p:cNvSpPr/>
          <p:nvPr/>
        </p:nvSpPr>
        <p:spPr>
          <a:xfrm>
            <a:off x="4838131" y="3345769"/>
            <a:ext cx="1841748" cy="33605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5B84DF-8A22-F79B-83C3-E11D2793B8E7}"/>
              </a:ext>
            </a:extLst>
          </p:cNvPr>
          <p:cNvCxnSpPr>
            <a:cxnSpLocks/>
          </p:cNvCxnSpPr>
          <p:nvPr/>
        </p:nvCxnSpPr>
        <p:spPr>
          <a:xfrm>
            <a:off x="3548418" y="887104"/>
            <a:ext cx="709257" cy="25418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A81B52-9D86-BC82-4D89-E2DC486E1D5B}"/>
              </a:ext>
            </a:extLst>
          </p:cNvPr>
          <p:cNvCxnSpPr>
            <a:cxnSpLocks/>
          </p:cNvCxnSpPr>
          <p:nvPr/>
        </p:nvCxnSpPr>
        <p:spPr>
          <a:xfrm>
            <a:off x="3548418" y="887104"/>
            <a:ext cx="1556982" cy="24586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1267B7-F094-8F77-E137-5E8BBD4BBA8A}"/>
              </a:ext>
            </a:extLst>
          </p:cNvPr>
          <p:cNvSpPr/>
          <p:nvPr/>
        </p:nvSpPr>
        <p:spPr>
          <a:xfrm>
            <a:off x="8365224" y="5509600"/>
            <a:ext cx="1161241" cy="41329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939B58-844B-BB94-5337-31D1A3AE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790" y="5509600"/>
            <a:ext cx="1532570" cy="43627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AA16F90-6E8A-2EAF-2283-831F76559CD7}"/>
              </a:ext>
            </a:extLst>
          </p:cNvPr>
          <p:cNvSpPr txBox="1"/>
          <p:nvPr/>
        </p:nvSpPr>
        <p:spPr>
          <a:xfrm>
            <a:off x="5019675" y="2616207"/>
            <a:ext cx="264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!!!</a:t>
            </a:r>
            <a:r>
              <a:rPr lang="zh-TW" altLang="en-US" dirty="0">
                <a:solidFill>
                  <a:srgbClr val="FF0000"/>
                </a:solidFill>
              </a:rPr>
              <a:t>重要</a:t>
            </a:r>
            <a:r>
              <a:rPr lang="en-US" altLang="zh-TW" dirty="0">
                <a:solidFill>
                  <a:srgbClr val="FF0000"/>
                </a:solidFill>
              </a:rPr>
              <a:t>!!!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一定要一樣</a:t>
            </a:r>
            <a:r>
              <a:rPr lang="en-US" altLang="zh-TW" dirty="0">
                <a:solidFill>
                  <a:srgbClr val="FF0000"/>
                </a:solidFill>
              </a:rPr>
              <a:t>+github.io</a:t>
            </a:r>
            <a:endParaRPr lang="zh-TW" altLang="en-US" dirty="0"/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B748EBDB-93F5-1BD6-8EBC-582C0560F80F}"/>
              </a:ext>
            </a:extLst>
          </p:cNvPr>
          <p:cNvSpPr/>
          <p:nvPr/>
        </p:nvSpPr>
        <p:spPr>
          <a:xfrm>
            <a:off x="9884790" y="5511983"/>
            <a:ext cx="1459485" cy="43389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7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0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7184-49E2-A709-943C-8367CF1D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4A491F-16F6-17B6-8B9F-25E005D69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0" r="1874" b="1824"/>
          <a:stretch/>
        </p:blipFill>
        <p:spPr>
          <a:xfrm>
            <a:off x="1466850" y="360578"/>
            <a:ext cx="9410700" cy="61368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BA2D24-B1F0-E1DC-736E-530AC04948BB}"/>
              </a:ext>
            </a:extLst>
          </p:cNvPr>
          <p:cNvSpPr/>
          <p:nvPr/>
        </p:nvSpPr>
        <p:spPr>
          <a:xfrm>
            <a:off x="1978019" y="1693227"/>
            <a:ext cx="1841748" cy="33605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63E2F2-73E9-5933-A0EB-5C0B9D71705E}"/>
              </a:ext>
            </a:extLst>
          </p:cNvPr>
          <p:cNvSpPr/>
          <p:nvPr/>
        </p:nvSpPr>
        <p:spPr>
          <a:xfrm>
            <a:off x="3819767" y="4689939"/>
            <a:ext cx="1485658" cy="33605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45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ACD4B-CE98-CADD-3A6C-6569F6E7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F40EA-DBA7-C0A9-B5C1-B5A103E51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" b="1253"/>
          <a:stretch/>
        </p:blipFill>
        <p:spPr>
          <a:xfrm>
            <a:off x="5270768" y="1222443"/>
            <a:ext cx="6665998" cy="409211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2A06E7-7098-8BF3-7AD2-B56EA00A8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2" b="4342"/>
          <a:stretch/>
        </p:blipFill>
        <p:spPr>
          <a:xfrm>
            <a:off x="93593" y="1311976"/>
            <a:ext cx="4646738" cy="38271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688BA5-2CCD-D3B3-C9C8-19CCE203895A}"/>
              </a:ext>
            </a:extLst>
          </p:cNvPr>
          <p:cNvCxnSpPr>
            <a:cxnSpLocks/>
          </p:cNvCxnSpPr>
          <p:nvPr/>
        </p:nvCxnSpPr>
        <p:spPr>
          <a:xfrm>
            <a:off x="2154115" y="2998177"/>
            <a:ext cx="6032092" cy="2043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7979B79-B5BB-DFF2-CE00-DC73D4AE5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335" y="5505012"/>
            <a:ext cx="4429743" cy="10002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4CD450-9452-DD52-008A-36BF96EBC097}"/>
              </a:ext>
            </a:extLst>
          </p:cNvPr>
          <p:cNvSpPr/>
          <p:nvPr/>
        </p:nvSpPr>
        <p:spPr>
          <a:xfrm>
            <a:off x="6217786" y="5679071"/>
            <a:ext cx="2350141" cy="56628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A4A0D1-BE7E-E27C-6C0E-B2888484D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16750"/>
            <a:ext cx="4886656" cy="29227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EB3F452-B1D4-7F2F-6D7F-0AC7D9B8D3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516" y="739832"/>
            <a:ext cx="2830249" cy="586878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9302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48881-CE53-6A51-48E1-445924DE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EA5186-D6FC-A933-3F41-6C557320E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" r="1159"/>
          <a:stretch/>
        </p:blipFill>
        <p:spPr>
          <a:xfrm>
            <a:off x="984225" y="103403"/>
            <a:ext cx="10610897" cy="62392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738808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9DC7-566E-F121-8F2C-09E874B8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C16302-4468-0606-69A0-839CD76B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45" y="252141"/>
            <a:ext cx="8770571" cy="650459"/>
          </a:xfrm>
        </p:spPr>
        <p:txBody>
          <a:bodyPr>
            <a:noAutofit/>
          </a:bodyPr>
          <a:lstStyle/>
          <a:p>
            <a:r>
              <a:rPr lang="zh-TW" altLang="en-US" sz="4000" b="0" dirty="0"/>
              <a:t>上傳成功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C66C2C-7F88-4B1A-C356-4F297FBA1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2730" y="784894"/>
            <a:ext cx="9454359" cy="650460"/>
          </a:xfrm>
        </p:spPr>
        <p:txBody>
          <a:bodyPr/>
          <a:lstStyle/>
          <a:p>
            <a:r>
              <a:rPr lang="zh-TW" altLang="en-US" dirty="0"/>
              <a:t>這時候，你只要在瀏覽器打入網址 </a:t>
            </a:r>
            <a:r>
              <a:rPr lang="en-US" altLang="zh-TW" dirty="0">
                <a:solidFill>
                  <a:srgbClr val="FF0000"/>
                </a:solidFill>
              </a:rPr>
              <a:t>username</a:t>
            </a:r>
            <a:r>
              <a:rPr lang="en-US" altLang="zh-TW" dirty="0"/>
              <a:t>.github.io</a:t>
            </a:r>
            <a:r>
              <a:rPr lang="zh-TW" altLang="en-US" dirty="0"/>
              <a:t>，就可以看到自己的網頁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5CC88-C3D2-A2D6-268E-9E691D96E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" b="12846"/>
          <a:stretch/>
        </p:blipFill>
        <p:spPr>
          <a:xfrm>
            <a:off x="1620416" y="1332583"/>
            <a:ext cx="8978854" cy="499716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91C8B9-82B5-4C65-22CC-3E7027FAEECD}"/>
              </a:ext>
            </a:extLst>
          </p:cNvPr>
          <p:cNvSpPr txBox="1"/>
          <p:nvPr/>
        </p:nvSpPr>
        <p:spPr>
          <a:xfrm>
            <a:off x="4793640" y="6421193"/>
            <a:ext cx="260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rgbClr val="FF0000"/>
                </a:solidFill>
              </a:rPr>
              <a:t>unit1_1.jpg</a:t>
            </a:r>
          </a:p>
        </p:txBody>
      </p:sp>
    </p:spTree>
    <p:extLst>
      <p:ext uri="{BB962C8B-B14F-4D97-AF65-F5344CB8AC3E}">
        <p14:creationId xmlns:p14="http://schemas.microsoft.com/office/powerpoint/2010/main" val="405793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345E-1FC4-1AB9-5DDB-79344096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2D6215-24D9-2FA8-721C-250FCEB47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t="-1" r="2638" b="-187"/>
          <a:stretch/>
        </p:blipFill>
        <p:spPr>
          <a:xfrm>
            <a:off x="822959" y="2285168"/>
            <a:ext cx="10679084" cy="403250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797E6110-F42C-AA2C-6038-8A20A46DCAE7}"/>
              </a:ext>
            </a:extLst>
          </p:cNvPr>
          <p:cNvSpPr txBox="1">
            <a:spLocks/>
          </p:cNvSpPr>
          <p:nvPr/>
        </p:nvSpPr>
        <p:spPr>
          <a:xfrm>
            <a:off x="1492945" y="252141"/>
            <a:ext cx="8770571" cy="6504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000" b="0" dirty="0"/>
              <a:t>修改內容</a:t>
            </a:r>
            <a:endParaRPr lang="zh-TW" altLang="en-US" sz="4000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0CF419F7-92BA-C998-A8ED-52E9B9DB7471}"/>
              </a:ext>
            </a:extLst>
          </p:cNvPr>
          <p:cNvSpPr txBox="1">
            <a:spLocks/>
          </p:cNvSpPr>
          <p:nvPr/>
        </p:nvSpPr>
        <p:spPr>
          <a:xfrm>
            <a:off x="1564449" y="1135149"/>
            <a:ext cx="9454359" cy="65046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修改</a:t>
            </a:r>
            <a:r>
              <a:rPr lang="en-US" altLang="zh-TW" dirty="0"/>
              <a:t>index.html</a:t>
            </a:r>
            <a:r>
              <a:rPr lang="zh-TW" altLang="en-US" dirty="0"/>
              <a:t>的這些內容，可以變成你的個人網頁</a:t>
            </a:r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要注意除了最後一行外，每一行都是逗號結尾！</a:t>
            </a:r>
          </a:p>
        </p:txBody>
      </p:sp>
    </p:spTree>
    <p:extLst>
      <p:ext uri="{BB962C8B-B14F-4D97-AF65-F5344CB8AC3E}">
        <p14:creationId xmlns:p14="http://schemas.microsoft.com/office/powerpoint/2010/main" val="2660814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8172-EB88-BA4E-AB17-AC535CA2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50233-50A7-9117-5B18-F19442A3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29" y="1608993"/>
            <a:ext cx="6615580" cy="49725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E9656B2E-CA6C-A388-1826-558C6FFA92E6}"/>
              </a:ext>
            </a:extLst>
          </p:cNvPr>
          <p:cNvSpPr txBox="1">
            <a:spLocks/>
          </p:cNvSpPr>
          <p:nvPr/>
        </p:nvSpPr>
        <p:spPr>
          <a:xfrm>
            <a:off x="739318" y="1"/>
            <a:ext cx="10330197" cy="1608992"/>
          </a:xfrm>
          <a:prstGeom prst="rect">
            <a:avLst/>
          </a:prstGeom>
        </p:spPr>
        <p:txBody>
          <a:bodyPr vert="horz" lIns="109728" tIns="109728" rIns="109728" bIns="9144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32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8800" dirty="0">
                <a:solidFill>
                  <a:srgbClr val="EE0000"/>
                </a:solidFill>
              </a:rPr>
              <a:t>Assignments</a:t>
            </a:r>
            <a:r>
              <a:rPr lang="zh-TW" altLang="en-US" sz="8800" dirty="0">
                <a:solidFill>
                  <a:srgbClr val="EE0000"/>
                </a:solidFill>
              </a:rPr>
              <a:t> </a:t>
            </a:r>
            <a:r>
              <a:rPr lang="en-US" altLang="zh-TW" sz="8800">
                <a:solidFill>
                  <a:srgbClr val="EE0000"/>
                </a:solidFill>
              </a:rPr>
              <a:t>#1-1</a:t>
            </a:r>
            <a:endParaRPr lang="zh-TW" altLang="en-US" sz="8800" dirty="0"/>
          </a:p>
        </p:txBody>
      </p:sp>
    </p:spTree>
    <p:extLst>
      <p:ext uri="{BB962C8B-B14F-4D97-AF65-F5344CB8AC3E}">
        <p14:creationId xmlns:p14="http://schemas.microsoft.com/office/powerpoint/2010/main" val="395702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3AAA-AFD1-9798-70DC-5D28F85F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W" sz="5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最後，最重要的事！！！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985D82-BB78-CDAD-A3C8-9073F8559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697" y="2137686"/>
            <a:ext cx="10828605" cy="427809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W" altLang="en-TW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完成以上之後，請來這裡登錄你的網站資訊：</a:t>
            </a:r>
            <a:br>
              <a:rPr kumimoji="0" lang="en-TW" altLang="en-TW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kumimoji="0" lang="en-TW" altLang="en-TW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0">
              <a:lnSpc>
                <a:spcPct val="150000"/>
              </a:lnSpc>
            </a:pPr>
            <a:r>
              <a:rPr lang="en-TW" altLang="en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大學部</a:t>
            </a:r>
            <a:r>
              <a:rPr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學號單號：</a:t>
            </a:r>
            <a:r>
              <a:rPr lang="en-US" sz="2400" u="sng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https://forms.gle/7zdPLBdWv4bV4YM88</a:t>
            </a:r>
            <a:endParaRPr kumimoji="0" lang="en-TW" altLang="en-TW" sz="24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0">
              <a:lnSpc>
                <a:spcPct val="150000"/>
              </a:lnSpc>
            </a:pPr>
            <a:r>
              <a:rPr kumimoji="0" lang="en-TW" altLang="en-TW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大學部學號雙號：</a:t>
            </a:r>
            <a:r>
              <a:rPr kumimoji="0" lang="en-TW" altLang="en-TW" sz="2400" i="0" u="sng" strike="noStrike" cap="none" normalizeH="0" baseline="0" dirty="0">
                <a:ln>
                  <a:noFill/>
                </a:ln>
                <a:solidFill>
                  <a:srgbClr val="005BA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https://forms.gle/BsSEAEBBFYzYPpRR7</a:t>
            </a:r>
            <a:br>
              <a:rPr kumimoji="0" lang="en-TW" altLang="en-TW" sz="2400" i="0" u="sng" strike="noStrike" cap="none" normalizeH="0" baseline="0" dirty="0">
                <a:ln>
                  <a:noFill/>
                </a:ln>
                <a:solidFill>
                  <a:srgbClr val="005BA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kumimoji="0" lang="en-TW" altLang="en-TW" sz="2400" i="0" strike="noStrike" cap="none" normalizeH="0" baseline="0" dirty="0">
                <a:ln>
                  <a:noFill/>
                </a:ln>
                <a:solidFill>
                  <a:srgbClr val="005BA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企管系碩士班：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 </a:t>
            </a:r>
            <a:r>
              <a:rPr lang="en-US" sz="2400" u="sng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4"/>
              </a:rPr>
              <a:t>https://forms.gle/iBoZzZMK9UfkGwDY7</a:t>
            </a:r>
            <a:br>
              <a:rPr kumimoji="0" lang="en-TW" altLang="en-TW" sz="2400" i="0" u="sng" strike="noStrike" cap="none" normalizeH="0" baseline="0" dirty="0">
                <a:ln>
                  <a:noFill/>
                </a:ln>
                <a:solidFill>
                  <a:srgbClr val="005BA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kumimoji="0" lang="en-TW" altLang="en-TW" sz="2400" i="0" strike="noStrike" cap="none" normalizeH="0" baseline="0" dirty="0">
                <a:ln>
                  <a:noFill/>
                </a:ln>
                <a:solidFill>
                  <a:srgbClr val="005BAA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EMBA:</a:t>
            </a:r>
            <a:r>
              <a:rPr 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 </a:t>
            </a:r>
            <a:r>
              <a:rPr lang="en-US" sz="2400" u="sng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5"/>
              </a:rPr>
              <a:t>https://forms.gle/CUQjVj6WJDLtbpTcA</a:t>
            </a:r>
            <a:endParaRPr lang="en-US" sz="2400" u="sng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0">
              <a:lnSpc>
                <a:spcPct val="100000"/>
              </a:lnSpc>
            </a:pPr>
            <a:endParaRPr kumimoji="0" lang="en-TW" altLang="en-TW" sz="2400" i="0" u="sng" strike="noStrike" cap="none" normalizeH="0" baseline="0" dirty="0">
              <a:ln>
                <a:noFill/>
              </a:ln>
              <a:solidFill>
                <a:srgbClr val="005BAA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W" altLang="en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261579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236</Words>
  <Application>Microsoft Macintosh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Meiryo</vt:lpstr>
      <vt:lpstr>Microsoft JhengHei</vt:lpstr>
      <vt:lpstr>Arial</vt:lpstr>
      <vt:lpstr>Corbel</vt:lpstr>
      <vt:lpstr>SketchLinesVTI</vt:lpstr>
      <vt:lpstr>GitHub  製作個人網站</vt:lpstr>
      <vt:lpstr>GitHub 提供免費的 Git Server </vt:lpstr>
      <vt:lpstr>先來這裡建立帳號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上傳成功</vt:lpstr>
      <vt:lpstr>PowerPoint Presentation</vt:lpstr>
      <vt:lpstr>PowerPoint Presentation</vt:lpstr>
      <vt:lpstr>最後，最重要的事！！！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</dc:title>
  <dc:creator>pin luarn</dc:creator>
  <cp:lastModifiedBy>pin luarn</cp:lastModifiedBy>
  <cp:revision>12</cp:revision>
  <dcterms:created xsi:type="dcterms:W3CDTF">2025-06-04T01:23:25Z</dcterms:created>
  <dcterms:modified xsi:type="dcterms:W3CDTF">2026-02-14T05:55:12Z</dcterms:modified>
</cp:coreProperties>
</file>